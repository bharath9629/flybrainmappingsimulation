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73" r:id="rId28"/>
    <p:sldId id="272" r:id="rId27"/>
    <p:sldId id="265" r:id="rId11"/>
    <p:sldId id="266" r:id="rId12"/>
    <p:sldId id="267" r:id="rId13"/>
    <p:sldId id="268" r:id="rId14"/>
    <p:sldId id="271" r:id="rId26"/>
    <p:sldId id="269" r:id="rId15"/>
    <p:sldId id="270" r:id="rId16"/>
  </p:sldIdLst>
  <p:sldSz cx="12192000" cy="6858000"/>
  <p:notesSz cx="6761163" cy="99425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Rs8jnCq7dUwYbkcHa2SHPnCa0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21" Type="http://customschemas.google.com/relationships/presentationmetadata" Target="meta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  <Relationship Id="rId26" Type="http://schemas.openxmlformats.org/officeDocument/2006/relationships/slide" Target="slides/slide16.xml"/>
  <Relationship Id="rId27" Type="http://schemas.openxmlformats.org/officeDocument/2006/relationships/slide" Target="slides/slide17.xml"/>
  <Relationship Id="rId28" Type="http://schemas.openxmlformats.org/officeDocument/2006/relationships/slide" Target="slides/slide1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29837" cy="49885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29761" y="0"/>
            <a:ext cx="2929837" cy="49885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3662"/>
            <a:ext cx="2929837" cy="49885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3: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4: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9" name="Google Shape;139;p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8: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8: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3: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13: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p13: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4: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4: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5: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5:notes"/>
          <p:cNvSpPr txBox="1">
            <a:spLocks noGrp="1"/>
          </p:cNvSpPr>
          <p:nvPr>
            <p:ph type="body" idx="1"/>
          </p:nvPr>
        </p:nvSpPr>
        <p:spPr>
          <a:xfrm>
            <a:off x="676117" y="4784835"/>
            <a:ext cx="5408930" cy="39148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txBox="1">
            <a:spLocks noGrp="1"/>
          </p:cNvSpPr>
          <p:nvPr>
            <p:ph type="sldNum" idx="12"/>
          </p:nvPr>
        </p:nvSpPr>
        <p:spPr>
          <a:xfrm>
            <a:off x="3829761" y="9443662"/>
            <a:ext cx="2929837" cy="498851"/>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6:notes"/>
          <p:cNvSpPr txBox="1">
            <a:spLocks noGrp="1"/>
          </p:cNvSpPr>
          <p:nvPr>
            <p:ph type="body" idx="1"/>
          </p:nvPr>
        </p:nvSpPr>
        <p:spPr>
          <a:xfrm>
            <a:off x="676117" y="4784835"/>
            <a:ext cx="5408930" cy="3914864"/>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6:notes"/>
          <p:cNvSpPr>
            <a:spLocks noGrp="1" noRot="1" noChangeAspect="1"/>
          </p:cNvSpPr>
          <p:nvPr>
            <p:ph type="sldImg" idx="2"/>
          </p:nvPr>
        </p:nvSpPr>
        <p:spPr>
          <a:xfrm>
            <a:off x="398463" y="1243013"/>
            <a:ext cx="5964237" cy="33559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18"/>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002060"/>
              </a:buClr>
              <a:buSzPts val="2800"/>
              <a:buChar char="•"/>
              <a:defRPr>
                <a:solidFill>
                  <a:srgbClr val="002060"/>
                </a:solidFill>
                <a:latin typeface="Bookman Old Style"/>
                <a:ea typeface="Bookman Old Style"/>
                <a:cs typeface="Bookman Old Style"/>
                <a:sym typeface="Bookman Old Style"/>
              </a:defRPr>
            </a:lvl1pPr>
            <a:lvl2pPr marL="914400" lvl="1" indent="-381000" algn="l">
              <a:lnSpc>
                <a:spcPct val="90000"/>
              </a:lnSpc>
              <a:spcBef>
                <a:spcPts val="500"/>
              </a:spcBef>
              <a:spcAft>
                <a:spcPts val="0"/>
              </a:spcAft>
              <a:buClr>
                <a:schemeClr val="dk1"/>
              </a:buClr>
              <a:buSzPts val="2400"/>
              <a:buChar char="•"/>
              <a:defRPr>
                <a:latin typeface="Bookman Old Style"/>
                <a:ea typeface="Bookman Old Style"/>
                <a:cs typeface="Bookman Old Style"/>
                <a:sym typeface="Bookman Old Style"/>
              </a:defRPr>
            </a:lvl2pPr>
            <a:lvl3pPr marL="1371600" lvl="2" indent="-355600" algn="l">
              <a:lnSpc>
                <a:spcPct val="90000"/>
              </a:lnSpc>
              <a:spcBef>
                <a:spcPts val="500"/>
              </a:spcBef>
              <a:spcAft>
                <a:spcPts val="0"/>
              </a:spcAft>
              <a:buClr>
                <a:srgbClr val="002060"/>
              </a:buClr>
              <a:buSzPts val="2000"/>
              <a:buChar char="•"/>
              <a:defRPr>
                <a:solidFill>
                  <a:srgbClr val="002060"/>
                </a:solidFill>
                <a:latin typeface="Bookman Old Style"/>
                <a:ea typeface="Bookman Old Style"/>
                <a:cs typeface="Bookman Old Style"/>
                <a:sym typeface="Bookman Old Style"/>
              </a:defRPr>
            </a:lvl3pPr>
            <a:lvl4pPr marL="1828800" lvl="3"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4pPr>
            <a:lvl5pPr marL="2286000" lvl="4" indent="-342900" algn="l">
              <a:lnSpc>
                <a:spcPct val="90000"/>
              </a:lnSpc>
              <a:spcBef>
                <a:spcPts val="500"/>
              </a:spcBef>
              <a:spcAft>
                <a:spcPts val="0"/>
              </a:spcAft>
              <a:buClr>
                <a:srgbClr val="002060"/>
              </a:buClr>
              <a:buSzPts val="1800"/>
              <a:buChar char="•"/>
              <a:defRPr>
                <a:solidFill>
                  <a:srgbClr val="002060"/>
                </a:solidFill>
                <a:latin typeface="Bookman Old Style"/>
                <a:ea typeface="Bookman Old Style"/>
                <a:cs typeface="Bookman Old Style"/>
                <a:sym typeface="Bookman Old Styl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 name="Google Shape;17;p18"/>
          <p:cNvSpPr txBox="1"/>
          <p:nvPr/>
        </p:nvSpPr>
        <p:spPr>
          <a:xfrm>
            <a:off x="5055596" y="6405140"/>
            <a:ext cx="2080806"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u="none" strike="noStrike" cap="none">
                <a:solidFill>
                  <a:srgbClr val="422C75"/>
                </a:solidFill>
                <a:latin typeface="Bookman Old Style"/>
                <a:ea typeface="Bookman Old Style"/>
                <a:cs typeface="Bookman Old Style"/>
                <a:sym typeface="Bookman Old Style"/>
              </a:rPr>
              <a:t>Go, change the world</a:t>
            </a:r>
            <a:endParaRPr sz="1400" b="1" i="0" u="none" strike="noStrike" cap="none">
              <a:solidFill>
                <a:schemeClr val="dk1"/>
              </a:solidFill>
              <a:latin typeface="Bookman Old Style"/>
              <a:ea typeface="Bookman Old Style"/>
              <a:cs typeface="Bookman Old Style"/>
              <a:sym typeface="Bookman Old Style"/>
            </a:endParaRPr>
          </a:p>
        </p:txBody>
      </p:sp>
      <p:sp>
        <p:nvSpPr>
          <p:cNvPr id="18" name="Google Shape;18;p18"/>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b="1">
                <a:solidFill>
                  <a:srgbClr val="00206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rgbClr val="002060"/>
                </a:solidFill>
                <a:latin typeface="Bookman Old Style"/>
                <a:ea typeface="Bookman Old Style"/>
                <a:cs typeface="Bookman Old Style"/>
                <a:sym typeface="Bookman Old Style"/>
              </a:defRPr>
            </a:lvl1pPr>
            <a:lvl2pPr marL="0" lvl="1" indent="0" algn="r">
              <a:spcBef>
                <a:spcPts val="0"/>
              </a:spcBef>
              <a:buNone/>
              <a:defRPr sz="1200" b="1" i="0" u="none" strike="noStrike" cap="none">
                <a:solidFill>
                  <a:srgbClr val="002060"/>
                </a:solidFill>
                <a:latin typeface="Bookman Old Style"/>
                <a:ea typeface="Bookman Old Style"/>
                <a:cs typeface="Bookman Old Style"/>
                <a:sym typeface="Bookman Old Style"/>
              </a:defRPr>
            </a:lvl2pPr>
            <a:lvl3pPr marL="0" lvl="2" indent="0" algn="r">
              <a:spcBef>
                <a:spcPts val="0"/>
              </a:spcBef>
              <a:buNone/>
              <a:defRPr sz="1200" b="1" i="0" u="none" strike="noStrike" cap="none">
                <a:solidFill>
                  <a:srgbClr val="002060"/>
                </a:solidFill>
                <a:latin typeface="Bookman Old Style"/>
                <a:ea typeface="Bookman Old Style"/>
                <a:cs typeface="Bookman Old Style"/>
                <a:sym typeface="Bookman Old Style"/>
              </a:defRPr>
            </a:lvl3pPr>
            <a:lvl4pPr marL="0" lvl="3" indent="0" algn="r">
              <a:spcBef>
                <a:spcPts val="0"/>
              </a:spcBef>
              <a:buNone/>
              <a:defRPr sz="1200" b="1" i="0" u="none" strike="noStrike" cap="none">
                <a:solidFill>
                  <a:srgbClr val="002060"/>
                </a:solidFill>
                <a:latin typeface="Bookman Old Style"/>
                <a:ea typeface="Bookman Old Style"/>
                <a:cs typeface="Bookman Old Style"/>
                <a:sym typeface="Bookman Old Style"/>
              </a:defRPr>
            </a:lvl4pPr>
            <a:lvl5pPr marL="0" lvl="4" indent="0" algn="r">
              <a:spcBef>
                <a:spcPts val="0"/>
              </a:spcBef>
              <a:buNone/>
              <a:defRPr sz="1200" b="1" i="0" u="none" strike="noStrike" cap="none">
                <a:solidFill>
                  <a:srgbClr val="002060"/>
                </a:solidFill>
                <a:latin typeface="Bookman Old Style"/>
                <a:ea typeface="Bookman Old Style"/>
                <a:cs typeface="Bookman Old Style"/>
                <a:sym typeface="Bookman Old Style"/>
              </a:defRPr>
            </a:lvl5pPr>
            <a:lvl6pPr marL="0" lvl="5" indent="0" algn="r">
              <a:spcBef>
                <a:spcPts val="0"/>
              </a:spcBef>
              <a:buNone/>
              <a:defRPr sz="1200" b="1" i="0" u="none" strike="noStrike" cap="none">
                <a:solidFill>
                  <a:srgbClr val="002060"/>
                </a:solidFill>
                <a:latin typeface="Bookman Old Style"/>
                <a:ea typeface="Bookman Old Style"/>
                <a:cs typeface="Bookman Old Style"/>
                <a:sym typeface="Bookman Old Style"/>
              </a:defRPr>
            </a:lvl6pPr>
            <a:lvl7pPr marL="0" lvl="6" indent="0" algn="r">
              <a:spcBef>
                <a:spcPts val="0"/>
              </a:spcBef>
              <a:buNone/>
              <a:defRPr sz="1200" b="1" i="0" u="none" strike="noStrike" cap="none">
                <a:solidFill>
                  <a:srgbClr val="002060"/>
                </a:solidFill>
                <a:latin typeface="Bookman Old Style"/>
                <a:ea typeface="Bookman Old Style"/>
                <a:cs typeface="Bookman Old Style"/>
                <a:sym typeface="Bookman Old Style"/>
              </a:defRPr>
            </a:lvl7pPr>
            <a:lvl8pPr marL="0" lvl="7" indent="0" algn="r">
              <a:spcBef>
                <a:spcPts val="0"/>
              </a:spcBef>
              <a:buNone/>
              <a:defRPr sz="1200" b="1" i="0" u="none" strike="noStrike" cap="none">
                <a:solidFill>
                  <a:srgbClr val="002060"/>
                </a:solidFill>
                <a:latin typeface="Bookman Old Style"/>
                <a:ea typeface="Bookman Old Style"/>
                <a:cs typeface="Bookman Old Style"/>
                <a:sym typeface="Bookman Old Style"/>
              </a:defRPr>
            </a:lvl8pPr>
            <a:lvl9pPr marL="0" lvl="8" indent="0" algn="r">
              <a:spcBef>
                <a:spcPts val="0"/>
              </a:spcBef>
              <a:buNone/>
              <a:defRPr sz="12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18"/>
          <p:cNvPicPr preferRelativeResize="0"/>
          <p:nvPr/>
        </p:nvPicPr>
        <p:blipFill rotWithShape="1">
          <a:blip r:embed="rId2">
            <a:alphaModFix/>
          </a:blip>
          <a:srcRect t="13833"/>
          <a:stretch/>
        </p:blipFill>
        <p:spPr>
          <a:xfrm>
            <a:off x="-1" y="76427"/>
            <a:ext cx="2207505" cy="99763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19"/>
          <p:cNvSpPr txBox="1">
            <a:spLocks noGrp="1"/>
          </p:cNvSpPr>
          <p:nvPr>
            <p:ph type="ctrTitle"/>
          </p:nvPr>
        </p:nvSpPr>
        <p:spPr>
          <a:xfrm>
            <a:off x="1524000" y="1195310"/>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02060"/>
              </a:buClr>
              <a:buSzPts val="6000"/>
              <a:buFont typeface="Bookman Old Style"/>
              <a:buNone/>
              <a:defRPr sz="6000">
                <a:solidFill>
                  <a:srgbClr val="00206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C00000"/>
              </a:buClr>
              <a:buSzPts val="2400"/>
              <a:buNone/>
              <a:defRPr sz="2400">
                <a:solidFill>
                  <a:srgbClr val="C0000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19"/>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
        <p:nvSpPr>
          <p:cNvPr id="26" name="Google Shape;26;p19"/>
          <p:cNvSpPr txBox="1"/>
          <p:nvPr/>
        </p:nvSpPr>
        <p:spPr>
          <a:xfrm>
            <a:off x="4541263" y="6344368"/>
            <a:ext cx="3498933" cy="377108"/>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2400" b="1" i="1">
                <a:solidFill>
                  <a:srgbClr val="422C75"/>
                </a:solidFill>
                <a:latin typeface="Bookman Old Style"/>
                <a:ea typeface="Bookman Old Style"/>
                <a:cs typeface="Bookman Old Style"/>
                <a:sym typeface="Bookman Old Style"/>
              </a:rPr>
              <a:t>Go, change the world</a:t>
            </a:r>
            <a:endParaRPr sz="2400" b="1">
              <a:solidFill>
                <a:schemeClr val="dk1"/>
              </a:solidFill>
              <a:latin typeface="Bookman Old Style"/>
              <a:ea typeface="Bookman Old Style"/>
              <a:cs typeface="Bookman Old Style"/>
              <a:sym typeface="Bookman Old Style"/>
            </a:endParaRPr>
          </a:p>
        </p:txBody>
      </p:sp>
      <p:pic>
        <p:nvPicPr>
          <p:cNvPr id="27" name="Google Shape;27;p19"/>
          <p:cNvPicPr preferRelativeResize="0"/>
          <p:nvPr/>
        </p:nvPicPr>
        <p:blipFill rotWithShape="1">
          <a:blip r:embed="rId2">
            <a:alphaModFix/>
          </a:blip>
          <a:srcRect t="13833"/>
          <a:stretch/>
        </p:blipFill>
        <p:spPr>
          <a:xfrm>
            <a:off x="0" y="0"/>
            <a:ext cx="2207505" cy="99763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8"/>
        <p:cNvGrpSpPr/>
        <p:nvPr/>
      </p:nvGrpSpPr>
      <p:grpSpPr>
        <a:xfrm>
          <a:off x="0" y="0"/>
          <a:ext cx="0" cy="0"/>
          <a:chOff x="0" y="0"/>
          <a:chExt cx="0" cy="0"/>
        </a:xfrm>
      </p:grpSpPr>
      <p:sp>
        <p:nvSpPr>
          <p:cNvPr id="29" name="Google Shape;29;p20"/>
          <p:cNvSpPr txBox="1">
            <a:spLocks noGrp="1"/>
          </p:cNvSpPr>
          <p:nvPr>
            <p:ph type="body" idx="1"/>
          </p:nvPr>
        </p:nvSpPr>
        <p:spPr>
          <a:xfrm>
            <a:off x="268942" y="1258282"/>
            <a:ext cx="5750859" cy="491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0"/>
          <p:cNvSpPr txBox="1">
            <a:spLocks noGrp="1"/>
          </p:cNvSpPr>
          <p:nvPr>
            <p:ph type="body" idx="2"/>
          </p:nvPr>
        </p:nvSpPr>
        <p:spPr>
          <a:xfrm>
            <a:off x="6172202" y="1258280"/>
            <a:ext cx="5795682" cy="491868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0"/>
          <p:cNvSpPr txBox="1">
            <a:spLocks noGrp="1"/>
          </p:cNvSpPr>
          <p:nvPr>
            <p:ph type="dt" idx="10"/>
          </p:nvPr>
        </p:nvSpPr>
        <p:spPr>
          <a:xfrm>
            <a:off x="26894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9224683"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33" name="Google Shape;33;p20"/>
          <p:cNvGrpSpPr/>
          <p:nvPr/>
        </p:nvGrpSpPr>
        <p:grpSpPr>
          <a:xfrm>
            <a:off x="4862837" y="6212514"/>
            <a:ext cx="2313924" cy="600635"/>
            <a:chOff x="9682912" y="8965"/>
            <a:chExt cx="2402541" cy="600635"/>
          </a:xfrm>
        </p:grpSpPr>
        <p:sp>
          <p:nvSpPr>
            <p:cNvPr id="34" name="Google Shape;34;p20"/>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35" name="Google Shape;35;p20"/>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pic>
        <p:nvPicPr>
          <p:cNvPr id="36" name="Google Shape;36;p20"/>
          <p:cNvPicPr preferRelativeResize="0"/>
          <p:nvPr/>
        </p:nvPicPr>
        <p:blipFill rotWithShape="1">
          <a:blip r:embed="rId2">
            <a:alphaModFix/>
          </a:blip>
          <a:srcRect t="13833"/>
          <a:stretch/>
        </p:blipFill>
        <p:spPr>
          <a:xfrm>
            <a:off x="224117" y="81266"/>
            <a:ext cx="2207505" cy="99763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
        <p:cNvGrpSpPr/>
        <p:nvPr/>
      </p:nvGrpSpPr>
      <p:grpSpPr>
        <a:xfrm>
          <a:off x="0" y="0"/>
          <a:ext cx="0" cy="0"/>
          <a:chOff x="0" y="0"/>
          <a:chExt cx="0" cy="0"/>
        </a:xfrm>
      </p:grpSpPr>
      <p:sp>
        <p:nvSpPr>
          <p:cNvPr id="38" name="Google Shape;38;p21"/>
          <p:cNvSpPr txBox="1">
            <a:spLocks noGrp="1"/>
          </p:cNvSpPr>
          <p:nvPr>
            <p:ph type="title"/>
          </p:nvPr>
        </p:nvSpPr>
        <p:spPr>
          <a:xfrm>
            <a:off x="831852"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5400"/>
              <a:buFont typeface="Bookman Old Style"/>
              <a:buNone/>
              <a:defRPr sz="5400">
                <a:solidFill>
                  <a:srgbClr val="C00000"/>
                </a:solidFill>
                <a:latin typeface="Bookman Old Style"/>
                <a:ea typeface="Bookman Old Style"/>
                <a:cs typeface="Bookman Old Style"/>
                <a:sym typeface="Bookman Old Styl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21"/>
          <p:cNvSpPr txBox="1">
            <a:spLocks noGrp="1"/>
          </p:cNvSpPr>
          <p:nvPr>
            <p:ph type="body" idx="1"/>
          </p:nvPr>
        </p:nvSpPr>
        <p:spPr>
          <a:xfrm>
            <a:off x="831852" y="4589464"/>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02060"/>
              </a:buClr>
              <a:buSzPts val="2400"/>
              <a:buNone/>
              <a:defRPr sz="2400">
                <a:solidFill>
                  <a:srgbClr val="002060"/>
                </a:solidFill>
                <a:latin typeface="Bookman Old Style"/>
                <a:ea typeface="Bookman Old Style"/>
                <a:cs typeface="Bookman Old Style"/>
                <a:sym typeface="Bookman Old Style"/>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0" name="Google Shape;40;p21"/>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1"/>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43" name="Google Shape;43;p21"/>
          <p:cNvGrpSpPr/>
          <p:nvPr/>
        </p:nvGrpSpPr>
        <p:grpSpPr>
          <a:xfrm>
            <a:off x="9842217" y="17838"/>
            <a:ext cx="2313924" cy="600635"/>
            <a:chOff x="9682912" y="8965"/>
            <a:chExt cx="2402541" cy="600635"/>
          </a:xfrm>
        </p:grpSpPr>
        <p:sp>
          <p:nvSpPr>
            <p:cNvPr id="44" name="Google Shape;44;p21"/>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45" name="Google Shape;45;p21"/>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grpSp>
        <p:nvGrpSpPr>
          <p:cNvPr id="47" name="Google Shape;47;p22"/>
          <p:cNvGrpSpPr/>
          <p:nvPr/>
        </p:nvGrpSpPr>
        <p:grpSpPr>
          <a:xfrm>
            <a:off x="-35002" y="0"/>
            <a:ext cx="12191145" cy="6858000"/>
            <a:chOff x="-35003" y="-1"/>
            <a:chExt cx="12191144" cy="6858000"/>
          </a:xfrm>
        </p:grpSpPr>
        <p:sp>
          <p:nvSpPr>
            <p:cNvPr id="48" name="Google Shape;48;p22"/>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49" name="Google Shape;49;p22"/>
            <p:cNvGrpSpPr/>
            <p:nvPr/>
          </p:nvGrpSpPr>
          <p:grpSpPr>
            <a:xfrm>
              <a:off x="0" y="-1"/>
              <a:ext cx="1174375" cy="932329"/>
              <a:chOff x="1" y="0"/>
              <a:chExt cx="995082" cy="663388"/>
            </a:xfrm>
          </p:grpSpPr>
          <p:sp>
            <p:nvSpPr>
              <p:cNvPr id="50" name="Google Shape;50;p22"/>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51" name="Google Shape;51;p22"/>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52" name="Google Shape;52;p22"/>
          <p:cNvSpPr txBox="1">
            <a:spLocks noGrp="1"/>
          </p:cNvSpPr>
          <p:nvPr>
            <p:ph type="title"/>
          </p:nvPr>
        </p:nvSpPr>
        <p:spPr>
          <a:xfrm>
            <a:off x="839789"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22"/>
          <p:cNvSpPr txBox="1">
            <a:spLocks noGrp="1"/>
          </p:cNvSpPr>
          <p:nvPr>
            <p:ph type="body" idx="1"/>
          </p:nvPr>
        </p:nvSpPr>
        <p:spPr>
          <a:xfrm>
            <a:off x="839789"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22"/>
          <p:cNvSpPr txBox="1">
            <a:spLocks noGrp="1"/>
          </p:cNvSpPr>
          <p:nvPr>
            <p:ph type="body" idx="2"/>
          </p:nvPr>
        </p:nvSpPr>
        <p:spPr>
          <a:xfrm>
            <a:off x="839789" y="2505076"/>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2"/>
          <p:cNvSpPr txBox="1">
            <a:spLocks noGrp="1"/>
          </p:cNvSpPr>
          <p:nvPr>
            <p:ph type="body" idx="3"/>
          </p:nvPr>
        </p:nvSpPr>
        <p:spPr>
          <a:xfrm>
            <a:off x="6172202"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22"/>
          <p:cNvSpPr txBox="1">
            <a:spLocks noGrp="1"/>
          </p:cNvSpPr>
          <p:nvPr>
            <p:ph type="body" idx="4"/>
          </p:nvPr>
        </p:nvSpPr>
        <p:spPr>
          <a:xfrm>
            <a:off x="6172202" y="2505076"/>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22"/>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2"/>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a:solidFill>
                  <a:srgbClr val="C00000"/>
                </a:solidFill>
                <a:latin typeface="Bookman Old Style"/>
                <a:ea typeface="Bookman Old Style"/>
                <a:cs typeface="Bookman Old Style"/>
                <a:sym typeface="Bookman Old Styl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0" name="Google Shape;60;p22"/>
          <p:cNvGrpSpPr/>
          <p:nvPr/>
        </p:nvGrpSpPr>
        <p:grpSpPr>
          <a:xfrm>
            <a:off x="9842217" y="17838"/>
            <a:ext cx="2313924" cy="600635"/>
            <a:chOff x="9682912" y="8965"/>
            <a:chExt cx="2402541" cy="600635"/>
          </a:xfrm>
        </p:grpSpPr>
        <p:sp>
          <p:nvSpPr>
            <p:cNvPr id="61" name="Google Shape;61;p22"/>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62" name="Google Shape;62;p22"/>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23"/>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65" name="Google Shape;65;p23"/>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23"/>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23"/>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69" name="Google Shape;69;p23"/>
          <p:cNvGrpSpPr/>
          <p:nvPr/>
        </p:nvGrpSpPr>
        <p:grpSpPr>
          <a:xfrm>
            <a:off x="0" y="1"/>
            <a:ext cx="1174375" cy="932329"/>
            <a:chOff x="1" y="0"/>
            <a:chExt cx="995082" cy="663388"/>
          </a:xfrm>
        </p:grpSpPr>
        <p:sp>
          <p:nvSpPr>
            <p:cNvPr id="70" name="Google Shape;70;p23"/>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71" name="Google Shape;71;p23"/>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nvGrpSpPr>
          <p:cNvPr id="72" name="Google Shape;72;p23"/>
          <p:cNvGrpSpPr/>
          <p:nvPr/>
        </p:nvGrpSpPr>
        <p:grpSpPr>
          <a:xfrm>
            <a:off x="9842217" y="17838"/>
            <a:ext cx="2313924" cy="600635"/>
            <a:chOff x="9682912" y="8965"/>
            <a:chExt cx="2402541" cy="600635"/>
          </a:xfrm>
        </p:grpSpPr>
        <p:sp>
          <p:nvSpPr>
            <p:cNvPr id="73" name="Google Shape;73;p23"/>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74" name="Google Shape;74;p23"/>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5"/>
        <p:cNvGrpSpPr/>
        <p:nvPr/>
      </p:nvGrpSpPr>
      <p:grpSpPr>
        <a:xfrm>
          <a:off x="0" y="0"/>
          <a:ext cx="0" cy="0"/>
          <a:chOff x="0" y="0"/>
          <a:chExt cx="0" cy="0"/>
        </a:xfrm>
      </p:grpSpPr>
      <p:sp>
        <p:nvSpPr>
          <p:cNvPr id="76" name="Google Shape;76;p24"/>
          <p:cNvSpPr/>
          <p:nvPr/>
        </p:nvSpPr>
        <p:spPr>
          <a:xfrm>
            <a:off x="856" y="0"/>
            <a:ext cx="12191145"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sp>
        <p:nvSpPr>
          <p:cNvPr id="77" name="Google Shape;77;p24"/>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80" name="Google Shape;80;p24"/>
          <p:cNvGrpSpPr/>
          <p:nvPr/>
        </p:nvGrpSpPr>
        <p:grpSpPr>
          <a:xfrm>
            <a:off x="9842217" y="17838"/>
            <a:ext cx="2313924" cy="600635"/>
            <a:chOff x="9682912" y="8965"/>
            <a:chExt cx="2402541" cy="600635"/>
          </a:xfrm>
        </p:grpSpPr>
        <p:sp>
          <p:nvSpPr>
            <p:cNvPr id="81" name="Google Shape;81;p24"/>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82" name="Google Shape;82;p24"/>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grpSp>
        <p:nvGrpSpPr>
          <p:cNvPr id="83" name="Google Shape;83;p24"/>
          <p:cNvGrpSpPr/>
          <p:nvPr/>
        </p:nvGrpSpPr>
        <p:grpSpPr>
          <a:xfrm>
            <a:off x="0" y="1"/>
            <a:ext cx="1174375" cy="932329"/>
            <a:chOff x="1" y="0"/>
            <a:chExt cx="995082" cy="663388"/>
          </a:xfrm>
        </p:grpSpPr>
        <p:sp>
          <p:nvSpPr>
            <p:cNvPr id="84" name="Google Shape;84;p24"/>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85" name="Google Shape;85;p24"/>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pic>
        <p:nvPicPr>
          <p:cNvPr id="86" name="Google Shape;86;p24"/>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87"/>
        <p:cNvGrpSpPr/>
        <p:nvPr/>
      </p:nvGrpSpPr>
      <p:grpSpPr>
        <a:xfrm>
          <a:off x="0" y="0"/>
          <a:ext cx="0" cy="0"/>
          <a:chOff x="0" y="0"/>
          <a:chExt cx="0" cy="0"/>
        </a:xfrm>
      </p:grpSpPr>
      <p:grpSp>
        <p:nvGrpSpPr>
          <p:cNvPr id="88" name="Google Shape;88;p25"/>
          <p:cNvGrpSpPr/>
          <p:nvPr/>
        </p:nvGrpSpPr>
        <p:grpSpPr>
          <a:xfrm>
            <a:off x="-35002" y="0"/>
            <a:ext cx="12191145" cy="6858000"/>
            <a:chOff x="-35003" y="-1"/>
            <a:chExt cx="12191144" cy="6858000"/>
          </a:xfrm>
        </p:grpSpPr>
        <p:sp>
          <p:nvSpPr>
            <p:cNvPr id="89" name="Google Shape;89;p25"/>
            <p:cNvSpPr/>
            <p:nvPr/>
          </p:nvSpPr>
          <p:spPr>
            <a:xfrm>
              <a:off x="-35003" y="-1"/>
              <a:ext cx="12191144" cy="6858000"/>
            </a:xfrm>
            <a:prstGeom prst="rect">
              <a:avLst/>
            </a:prstGeom>
            <a:solidFill>
              <a:schemeClr val="lt1">
                <a:alpha val="98823"/>
              </a:schemeClr>
            </a:solidFill>
            <a:ln w="76200" cap="flat" cmpd="sng">
              <a:solidFill>
                <a:srgbClr val="00589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092">
                <a:solidFill>
                  <a:srgbClr val="FFFFFF"/>
                </a:solidFill>
                <a:latin typeface="Calibri"/>
                <a:ea typeface="Calibri"/>
                <a:cs typeface="Calibri"/>
                <a:sym typeface="Calibri"/>
              </a:endParaRPr>
            </a:p>
          </p:txBody>
        </p:sp>
        <p:grpSp>
          <p:nvGrpSpPr>
            <p:cNvPr id="90" name="Google Shape;90;p25"/>
            <p:cNvGrpSpPr/>
            <p:nvPr/>
          </p:nvGrpSpPr>
          <p:grpSpPr>
            <a:xfrm>
              <a:off x="0" y="-1"/>
              <a:ext cx="1174375" cy="932329"/>
              <a:chOff x="1" y="0"/>
              <a:chExt cx="995082" cy="663388"/>
            </a:xfrm>
          </p:grpSpPr>
          <p:sp>
            <p:nvSpPr>
              <p:cNvPr id="91" name="Google Shape;91;p25"/>
              <p:cNvSpPr/>
              <p:nvPr/>
            </p:nvSpPr>
            <p:spPr>
              <a:xfrm>
                <a:off x="1" y="0"/>
                <a:ext cx="995082" cy="663388"/>
              </a:xfrm>
              <a:custGeom>
                <a:avLst/>
                <a:gdLst/>
                <a:ahLst/>
                <a:cxnLst/>
                <a:rect l="l" t="t" r="r" b="b"/>
                <a:pathLst>
                  <a:path w="7436484" h="5134610" extrusionOk="0">
                    <a:moveTo>
                      <a:pt x="7435941" y="0"/>
                    </a:moveTo>
                    <a:lnTo>
                      <a:pt x="0" y="0"/>
                    </a:lnTo>
                    <a:lnTo>
                      <a:pt x="0" y="5134513"/>
                    </a:lnTo>
                    <a:lnTo>
                      <a:pt x="7435941" y="0"/>
                    </a:lnTo>
                    <a:close/>
                  </a:path>
                </a:pathLst>
              </a:custGeom>
              <a:solidFill>
                <a:srgbClr val="005893"/>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sp>
            <p:nvSpPr>
              <p:cNvPr id="92" name="Google Shape;92;p25"/>
              <p:cNvSpPr/>
              <p:nvPr/>
            </p:nvSpPr>
            <p:spPr>
              <a:xfrm>
                <a:off x="73957" y="36743"/>
                <a:ext cx="383242" cy="310714"/>
              </a:xfrm>
              <a:prstGeom prst="rect">
                <a:avLst/>
              </a:prstGeom>
              <a:blipFill rotWithShape="1">
                <a:blip r:embed="rId2">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092">
                  <a:solidFill>
                    <a:schemeClr val="dk1"/>
                  </a:solidFill>
                  <a:latin typeface="Calibri"/>
                  <a:ea typeface="Calibri"/>
                  <a:cs typeface="Calibri"/>
                  <a:sym typeface="Calibri"/>
                </a:endParaRPr>
              </a:p>
            </p:txBody>
          </p:sp>
        </p:grpSp>
      </p:grpSp>
      <p:sp>
        <p:nvSpPr>
          <p:cNvPr id="93" name="Google Shape;93;p25"/>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5"/>
          <p:cNvSpPr txBox="1">
            <a:spLocks noGrp="1"/>
          </p:cNvSpPr>
          <p:nvPr>
            <p:ph type="body" idx="1"/>
          </p:nvPr>
        </p:nvSpPr>
        <p:spPr>
          <a:xfrm>
            <a:off x="5183188" y="987425"/>
            <a:ext cx="6172201"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25"/>
          <p:cNvSpPr txBox="1">
            <a:spLocks noGrp="1"/>
          </p:cNvSpPr>
          <p:nvPr>
            <p:ph type="body" idx="2"/>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96" name="Google Shape;96;p25"/>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5"/>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5"/>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grpSp>
        <p:nvGrpSpPr>
          <p:cNvPr id="99" name="Google Shape;99;p25"/>
          <p:cNvGrpSpPr/>
          <p:nvPr/>
        </p:nvGrpSpPr>
        <p:grpSpPr>
          <a:xfrm>
            <a:off x="9842217" y="17838"/>
            <a:ext cx="2313924" cy="600635"/>
            <a:chOff x="9682912" y="8965"/>
            <a:chExt cx="2402541" cy="600635"/>
          </a:xfrm>
        </p:grpSpPr>
        <p:sp>
          <p:nvSpPr>
            <p:cNvPr id="100" name="Google Shape;100;p25"/>
            <p:cNvSpPr/>
            <p:nvPr/>
          </p:nvSpPr>
          <p:spPr>
            <a:xfrm>
              <a:off x="9682912" y="8965"/>
              <a:ext cx="2402541" cy="600635"/>
            </a:xfrm>
            <a:prstGeom prst="roundRect">
              <a:avLst>
                <a:gd name="adj" fmla="val 16667"/>
              </a:avLst>
            </a:prstGeom>
            <a:solidFill>
              <a:schemeClr val="lt1"/>
            </a:solidFill>
            <a:ln w="19050" cap="flat" cmpd="sng">
              <a:solidFill>
                <a:srgbClr val="00206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01" name="Google Shape;101;p25"/>
            <p:cNvSpPr txBox="1"/>
            <p:nvPr/>
          </p:nvSpPr>
          <p:spPr>
            <a:xfrm>
              <a:off x="9803934" y="193190"/>
              <a:ext cx="2160495" cy="223220"/>
            </a:xfrm>
            <a:prstGeom prst="rect">
              <a:avLst/>
            </a:prstGeom>
            <a:noFill/>
            <a:ln>
              <a:noFill/>
            </a:ln>
          </p:spPr>
          <p:txBody>
            <a:bodyPr spcFirstLastPara="1" wrap="square" lIns="0" tIns="7700" rIns="0" bIns="0" anchor="t" anchorCtr="0">
              <a:spAutoFit/>
            </a:bodyPr>
            <a:lstStyle/>
            <a:p>
              <a:pPr marL="7701" marR="0" lvl="0" indent="0" algn="ctr" rtl="0">
                <a:spcBef>
                  <a:spcPts val="0"/>
                </a:spcBef>
                <a:spcAft>
                  <a:spcPts val="0"/>
                </a:spcAft>
                <a:buNone/>
              </a:pPr>
              <a:r>
                <a:rPr lang="en-IN" sz="1400" b="1" i="1">
                  <a:solidFill>
                    <a:srgbClr val="422C75"/>
                  </a:solidFill>
                  <a:latin typeface="Bookman Old Style"/>
                  <a:ea typeface="Bookman Old Style"/>
                  <a:cs typeface="Bookman Old Style"/>
                  <a:sym typeface="Bookman Old Style"/>
                </a:rPr>
                <a:t>Go, change the world</a:t>
              </a:r>
              <a:endParaRPr sz="1400" b="1">
                <a:solidFill>
                  <a:schemeClr val="dk1"/>
                </a:solidFill>
                <a:latin typeface="Bookman Old Style"/>
                <a:ea typeface="Bookman Old Style"/>
                <a:cs typeface="Bookman Old Style"/>
                <a:sym typeface="Bookman Old Style"/>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2"/>
        <p:cNvGrpSpPr/>
        <p:nvPr/>
      </p:nvGrpSpPr>
      <p:grpSpPr>
        <a:xfrm>
          <a:off x="0" y="0"/>
          <a:ext cx="0" cy="0"/>
          <a:chOff x="0" y="0"/>
          <a:chExt cx="0" cy="0"/>
        </a:xfrm>
      </p:grpSpPr>
      <p:sp>
        <p:nvSpPr>
          <p:cNvPr id="103" name="Google Shape;103;p26"/>
          <p:cNvSpPr txBox="1">
            <a:spLocks noGrp="1"/>
          </p:cNvSpPr>
          <p:nvPr>
            <p:ph type="title"/>
          </p:nvPr>
        </p:nvSpPr>
        <p:spPr>
          <a:xfrm>
            <a:off x="839790" y="457200"/>
            <a:ext cx="3932236"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26"/>
          <p:cNvSpPr>
            <a:spLocks noGrp="1"/>
          </p:cNvSpPr>
          <p:nvPr>
            <p:ph type="pic" idx="2"/>
          </p:nvPr>
        </p:nvSpPr>
        <p:spPr>
          <a:xfrm>
            <a:off x="5183188" y="987425"/>
            <a:ext cx="6172201" cy="4873625"/>
          </a:xfrm>
          <a:prstGeom prst="rect">
            <a:avLst/>
          </a:prstGeom>
          <a:noFill/>
          <a:ln>
            <a:noFill/>
          </a:ln>
        </p:spPr>
      </p:sp>
      <p:sp>
        <p:nvSpPr>
          <p:cNvPr id="105" name="Google Shape;105;p26"/>
          <p:cNvSpPr txBox="1">
            <a:spLocks noGrp="1"/>
          </p:cNvSpPr>
          <p:nvPr>
            <p:ph type="body" idx="1"/>
          </p:nvPr>
        </p:nvSpPr>
        <p:spPr>
          <a:xfrm>
            <a:off x="839790" y="2057400"/>
            <a:ext cx="3932236"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06" name="Google Shape;106;p26"/>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26"/>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26"/>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09"/>
        <p:cNvGrpSpPr/>
        <p:nvPr/>
      </p:nvGrpSpPr>
      <p:grpSpPr>
        <a:xfrm>
          <a:off x="0" y="0"/>
          <a:ext cx="0" cy="0"/>
          <a:chOff x="0" y="0"/>
          <a:chExt cx="0" cy="0"/>
        </a:xfrm>
      </p:grpSpPr>
      <p:sp>
        <p:nvSpPr>
          <p:cNvPr id="110" name="Google Shape;110;p2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27"/>
          <p:cNvSpPr txBox="1">
            <a:spLocks noGrp="1"/>
          </p:cNvSpPr>
          <p:nvPr>
            <p:ph type="body" idx="1"/>
          </p:nvPr>
        </p:nvSpPr>
        <p:spPr>
          <a:xfrm rot="5400000">
            <a:off x="3920333"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2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2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2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5"/>
        <p:cNvGrpSpPr/>
        <p:nvPr/>
      </p:nvGrpSpPr>
      <p:grpSpPr>
        <a:xfrm>
          <a:off x="0" y="0"/>
          <a:ext cx="0" cy="0"/>
          <a:chOff x="0" y="0"/>
          <a:chExt cx="0" cy="0"/>
        </a:xfrm>
      </p:grpSpPr>
      <p:sp>
        <p:nvSpPr>
          <p:cNvPr id="116" name="Google Shape;116;p28"/>
          <p:cNvSpPr txBox="1">
            <a:spLocks noGrp="1"/>
          </p:cNvSpPr>
          <p:nvPr>
            <p:ph type="title"/>
          </p:nvPr>
        </p:nvSpPr>
        <p:spPr>
          <a:xfrm rot="5400000">
            <a:off x="7133430"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28"/>
          <p:cNvSpPr txBox="1">
            <a:spLocks noGrp="1"/>
          </p:cNvSpPr>
          <p:nvPr>
            <p:ph type="body" idx="1"/>
          </p:nvPr>
        </p:nvSpPr>
        <p:spPr>
          <a:xfrm rot="5400000">
            <a:off x="1799430"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8" name="Google Shape;118;p28"/>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28"/>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28"/>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2"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7"/>
          <p:cNvSpPr txBox="1">
            <a:spLocks noGrp="1"/>
          </p:cNvSpPr>
          <p:nvPr>
            <p:ph type="body" idx="1"/>
          </p:nvPr>
        </p:nvSpPr>
        <p:spPr>
          <a:xfrm>
            <a:off x="838202"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7"/>
          <p:cNvSpPr txBox="1">
            <a:spLocks noGrp="1"/>
          </p:cNvSpPr>
          <p:nvPr>
            <p:ph type="dt" idx="10"/>
          </p:nvPr>
        </p:nvSpPr>
        <p:spPr>
          <a:xfrm>
            <a:off x="838201"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7"/>
          <p:cNvSpPr txBox="1">
            <a:spLocks noGrp="1"/>
          </p:cNvSpPr>
          <p:nvPr>
            <p:ph type="ftr" idx="11"/>
          </p:nvPr>
        </p:nvSpPr>
        <p:spPr>
          <a:xfrm>
            <a:off x="4038602"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7"/>
          <p:cNvSpPr txBox="1">
            <a:spLocks noGrp="1"/>
          </p:cNvSpPr>
          <p:nvPr>
            <p:ph type="sldNum" idx="12"/>
          </p:nvPr>
        </p:nvSpPr>
        <p:spPr>
          <a:xfrm>
            <a:off x="8610601"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3" Type="http://schemas.openxmlformats.org/officeDocument/2006/relationships/image" Target="../media/image3.jpg" /><Relationship Id="rId2" Type="http://schemas.openxmlformats.org/officeDocument/2006/relationships/notesSlide" Target="../notesSlides/notesSlide15.xml" /><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6" name="Google Shape;126;p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a:t>
            </a:fld>
            <a:endParaRPr/>
          </a:p>
        </p:txBody>
      </p:sp>
      <p:pic>
        <p:nvPicPr>
          <p:cNvPr id="127" name="Google Shape;127;p1" descr="A building with a roof&#10;&#10;Description automatically generated"/>
          <p:cNvPicPr preferRelativeResize="0">
            <a:picLocks noGrp="1"/>
          </p:cNvPicPr>
          <p:nvPr>
            <p:ph type="body" idx="1"/>
          </p:nvPr>
        </p:nvPicPr>
        <p:blipFill rotWithShape="1">
          <a:blip r:embed="rId3">
            <a:alphaModFix/>
          </a:blip>
          <a:srcRect/>
          <a:stretch/>
        </p:blipFill>
        <p:spPr>
          <a:xfrm>
            <a:off x="421879" y="1067010"/>
            <a:ext cx="11421075" cy="3894085"/>
          </a:xfrm>
          <a:prstGeom prst="roundRect">
            <a:avLst>
              <a:gd name="adj" fmla="val 16667"/>
            </a:avLst>
          </a:prstGeom>
          <a:noFill/>
          <a:ln>
            <a:noFill/>
          </a:ln>
          <a:effectLst>
            <a:outerShdw blurRad="76200" dist="38100" dir="7800000" algn="tl" rotWithShape="0">
              <a:srgbClr val="000000">
                <a:alpha val="40000"/>
              </a:srgbClr>
            </a:outerShdw>
          </a:effectLst>
        </p:spPr>
      </p:pic>
      <p:sp>
        <p:nvSpPr>
          <p:cNvPr id="128" name="Google Shape;128;p1"/>
          <p:cNvSpPr/>
          <p:nvPr/>
        </p:nvSpPr>
        <p:spPr>
          <a:xfrm>
            <a:off x="349046" y="4146929"/>
            <a:ext cx="11493908"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FF0000"/>
                </a:solidFill>
                <a:latin typeface="Bookman Old Style"/>
                <a:ea typeface="Bookman Old Style"/>
                <a:cs typeface="Bookman Old Style"/>
                <a:sym typeface="Bookman Old Style"/>
              </a:rPr>
              <a:t>Title</a:t>
            </a:r>
            <a:r>
              <a:rPr lang="en-IN" sz="3600" b="1" dirty="0">
                <a:solidFill>
                  <a:schemeClr val="lt1"/>
                </a:solidFill>
                <a:latin typeface="Bookman Old Style"/>
                <a:ea typeface="Bookman Old Style"/>
                <a:cs typeface="Bookman Old Style"/>
                <a:sym typeface="Bookman Old Style"/>
              </a:rPr>
              <a:t> </a:t>
            </a:r>
            <a:endParaRPr dirty="0"/>
          </a:p>
        </p:txBody>
      </p:sp>
      <p:sp>
        <p:nvSpPr>
          <p:cNvPr id="129" name="Google Shape;129;p1"/>
          <p:cNvSpPr/>
          <p:nvPr/>
        </p:nvSpPr>
        <p:spPr>
          <a:xfrm>
            <a:off x="349045" y="5288583"/>
            <a:ext cx="11421075" cy="1004814"/>
          </a:xfrm>
          <a:prstGeom prst="roundRect">
            <a:avLst>
              <a:gd name="adj" fmla="val 16667"/>
            </a:avLst>
          </a:prstGeom>
          <a:solidFill>
            <a:srgbClr val="002060"/>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dirty="0">
                <a:solidFill>
                  <a:srgbClr val="FF0000"/>
                </a:solidFill>
                <a:latin typeface="Bookman Old Style"/>
                <a:ea typeface="Bookman Old Style"/>
                <a:cs typeface="Bookman Old Style"/>
                <a:sym typeface="Bookman Old Style"/>
              </a:rPr>
              <a:t>Theme</a:t>
            </a:r>
            <a:endParaRPr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6" name="Google Shape;136;p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2</a:t>
            </a:fld>
            <a:endParaRPr/>
          </a:p>
        </p:txBody>
      </p:sp>
      <p:sp>
        <p:nvSpPr>
          <p:cNvPr id="3" name="Text Placeholder 2">
            <a:extLst>
              <a:ext uri="{FF2B5EF4-FFF2-40B4-BE49-F238E27FC236}">
                <a16:creationId xmlns:a16="http://schemas.microsoft.com/office/drawing/2014/main" id="{8F120F54-8A74-8F01-C238-9E7D324C3DE6}"/>
              </a:ext>
            </a:extLst>
          </p:cNvPr>
          <p:cNvSpPr>
            <a:spLocks noGrp="1"/>
          </p:cNvSpPr>
          <p:nvPr>
            <p:ph type="body" idx="1"/>
          </p:nvPr>
        </p:nvSpPr>
        <p:spPr/>
        <p:txBody>
          <a:bodyPr/>
          <a:lstStyle/>
          <a:p>
            <a:r>
              <a:rPr lang="en-IN" dirty="0"/>
              <a:t>Experiential Learning – outline of tentative steps / methodology adopted (or to be adopted)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2" name="Google Shape;142;p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3</a:t>
            </a:fld>
            <a:endParaRPr/>
          </a:p>
        </p:txBody>
      </p:sp>
      <p:sp>
        <p:nvSpPr>
          <p:cNvPr id="143" name="Google Shape;143;p4"/>
          <p:cNvSpPr txBox="1"/>
          <p:nvPr/>
        </p:nvSpPr>
        <p:spPr>
          <a:xfrm>
            <a:off x="2339498" y="178833"/>
            <a:ext cx="8551282" cy="63869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3200"/>
              <a:buFont typeface="Calibri"/>
              <a:buNone/>
            </a:pPr>
            <a:endParaRPr sz="3200" b="1">
              <a:solidFill>
                <a:srgbClr val="C00000"/>
              </a:solidFill>
              <a:latin typeface="Calibri"/>
              <a:ea typeface="Calibri"/>
              <a:cs typeface="Calibri"/>
              <a:sym typeface="Calibri"/>
            </a:endParaRPr>
          </a:p>
        </p:txBody>
      </p:sp>
      <p:sp>
        <p:nvSpPr>
          <p:cNvPr id="144" name="Google Shape;144;p4"/>
          <p:cNvSpPr txBox="1"/>
          <p:nvPr/>
        </p:nvSpPr>
        <p:spPr>
          <a:xfrm>
            <a:off x="2182762" y="89747"/>
            <a:ext cx="8151863" cy="131995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EL Phase-I</a:t>
            </a:r>
            <a:endParaRPr/>
          </a:p>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Presentation Outline</a:t>
            </a:r>
            <a:endParaRPr/>
          </a:p>
        </p:txBody>
      </p:sp>
      <p:sp>
        <p:nvSpPr>
          <p:cNvPr id="145" name="Google Shape;145;p4"/>
          <p:cNvSpPr txBox="1">
            <a:spLocks noGrp="1"/>
          </p:cNvSpPr>
          <p:nvPr>
            <p:ph type="body" idx="1"/>
          </p:nvPr>
        </p:nvSpPr>
        <p:spPr>
          <a:xfrm>
            <a:off x="575733" y="1666874"/>
            <a:ext cx="11441457" cy="4510087"/>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rgbClr val="002060"/>
              </a:buClr>
              <a:buSzPts val="2800"/>
              <a:buChar char="•"/>
            </a:pPr>
            <a:r>
              <a:rPr lang="en-IN" dirty="0">
                <a:solidFill>
                  <a:srgbClr val="FF0000"/>
                </a:solidFill>
              </a:rPr>
              <a:t>Introduction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Literature Review</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Problem Definition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Objectives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Methodology</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Proposed Outcomes</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Timeline of the project</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Conclusion</a:t>
            </a:r>
            <a:endParaRPr dirty="0">
              <a:solidFill>
                <a:srgbClr val="FF0000"/>
              </a:solidFill>
            </a:endParaRPr>
          </a:p>
          <a:p>
            <a:pPr marL="228600" lvl="0" indent="-228600" algn="l" rtl="0">
              <a:lnSpc>
                <a:spcPct val="90000"/>
              </a:lnSpc>
              <a:spcBef>
                <a:spcPts val="1000"/>
              </a:spcBef>
              <a:spcAft>
                <a:spcPts val="0"/>
              </a:spcAft>
              <a:buClr>
                <a:srgbClr val="002060"/>
              </a:buClr>
              <a:buSzPts val="2800"/>
              <a:buChar char="•"/>
            </a:pPr>
            <a:r>
              <a:rPr lang="en-IN" dirty="0">
                <a:solidFill>
                  <a:srgbClr val="FF0000"/>
                </a:solidFill>
              </a:rPr>
              <a:t>References</a:t>
            </a:r>
            <a:endParaRPr dirty="0">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6"/>
          <p:cNvSpPr txBox="1">
            <a:spLocks noGrp="1"/>
          </p:cNvSpPr>
          <p:nvPr>
            <p:ph type="body" idx="1"/>
          </p:nvPr>
        </p:nvSpPr>
        <p:spPr>
          <a:xfrm>
            <a:off x="174813" y="1490132"/>
            <a:ext cx="11842377" cy="522219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Key studies and Findings: </a:t>
            </a:r>
            <a:r>
              <a:rPr lang="en-IN"/>
              <a:t>Summarize 4 to 5 significant studies (journals) related to your topic. Read through the publications’ abstracts and summarize the contributions in the paper.</a:t>
            </a:r>
            <a:endParaRPr b="1"/>
          </a:p>
          <a:p>
            <a:pPr marL="228600" lvl="0" indent="-228600" algn="l" rtl="0">
              <a:lnSpc>
                <a:spcPct val="90000"/>
              </a:lnSpc>
              <a:spcBef>
                <a:spcPts val="1000"/>
              </a:spcBef>
              <a:spcAft>
                <a:spcPts val="0"/>
              </a:spcAft>
              <a:buClr>
                <a:srgbClr val="002060"/>
              </a:buClr>
              <a:buSzPts val="2800"/>
              <a:buChar char="•"/>
            </a:pPr>
            <a:r>
              <a:rPr lang="en-IN" b="1"/>
              <a:t>Trends in Literature: </a:t>
            </a:r>
            <a:r>
              <a:rPr lang="en-IN"/>
              <a:t>Highlight current trends in that particular domain by referring to different papers</a:t>
            </a:r>
            <a:endParaRPr/>
          </a:p>
          <a:p>
            <a:pPr marL="228600" lvl="0" indent="-228600" algn="l" rtl="0">
              <a:lnSpc>
                <a:spcPct val="90000"/>
              </a:lnSpc>
              <a:spcBef>
                <a:spcPts val="1000"/>
              </a:spcBef>
              <a:spcAft>
                <a:spcPts val="0"/>
              </a:spcAft>
              <a:buClr>
                <a:srgbClr val="002060"/>
              </a:buClr>
              <a:buSzPts val="2800"/>
              <a:buChar char="•"/>
            </a:pPr>
            <a:r>
              <a:rPr lang="en-IN" b="1"/>
              <a:t>Theoretical Framework: </a:t>
            </a:r>
            <a:r>
              <a:rPr lang="en-IN"/>
              <a:t>Briefly define your theoretical framework and its relevance to your topic.</a:t>
            </a:r>
            <a:endParaRPr b="1"/>
          </a:p>
          <a:p>
            <a:pPr marL="228600" lvl="0" indent="-228600" algn="l" rtl="0">
              <a:lnSpc>
                <a:spcPct val="90000"/>
              </a:lnSpc>
              <a:spcBef>
                <a:spcPts val="1000"/>
              </a:spcBef>
              <a:spcAft>
                <a:spcPts val="0"/>
              </a:spcAft>
              <a:buClr>
                <a:srgbClr val="002060"/>
              </a:buClr>
              <a:buSzPts val="2800"/>
              <a:buChar char="•"/>
            </a:pPr>
            <a:r>
              <a:rPr lang="en-IN" b="1"/>
              <a:t>Relevance to current research: </a:t>
            </a:r>
            <a:r>
              <a:rPr lang="en-IN"/>
              <a:t>Explain how these studies relate to your project and support your project problem.</a:t>
            </a:r>
            <a:endParaRPr/>
          </a:p>
        </p:txBody>
      </p:sp>
      <p:sp>
        <p:nvSpPr>
          <p:cNvPr id="160" name="Google Shape;160;p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5</a:t>
            </a:fld>
            <a:endParaRPr/>
          </a:p>
        </p:txBody>
      </p:sp>
      <p:sp>
        <p:nvSpPr>
          <p:cNvPr id="161" name="Google Shape;161;p6"/>
          <p:cNvSpPr txBox="1"/>
          <p:nvPr/>
        </p:nvSpPr>
        <p:spPr>
          <a:xfrm>
            <a:off x="1710268" y="89747"/>
            <a:ext cx="9939866" cy="943186"/>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Literature Review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7"/>
          <p:cNvSpPr txBox="1">
            <a:spLocks noGrp="1"/>
          </p:cNvSpPr>
          <p:nvPr>
            <p:ph type="body" idx="1"/>
          </p:nvPr>
        </p:nvSpPr>
        <p:spPr>
          <a:xfrm>
            <a:off x="174813" y="1076325"/>
            <a:ext cx="11842377" cy="56360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Clear statement of the problem: </a:t>
            </a:r>
            <a:r>
              <a:rPr lang="en-IN"/>
              <a:t>Define the problem you are addressing with clarity.</a:t>
            </a:r>
            <a:endParaRPr/>
          </a:p>
          <a:p>
            <a:pPr marL="228600" lvl="0" indent="-228600" algn="l" rtl="0">
              <a:lnSpc>
                <a:spcPct val="90000"/>
              </a:lnSpc>
              <a:spcBef>
                <a:spcPts val="1000"/>
              </a:spcBef>
              <a:spcAft>
                <a:spcPts val="0"/>
              </a:spcAft>
              <a:buClr>
                <a:srgbClr val="002060"/>
              </a:buClr>
              <a:buSzPts val="2800"/>
              <a:buChar char="•"/>
            </a:pPr>
            <a:r>
              <a:rPr lang="en-IN" b="1"/>
              <a:t>Context of the Problem: </a:t>
            </a:r>
            <a:r>
              <a:rPr lang="en-IN"/>
              <a:t>Provide background information that helps to understand the significance of the problem.</a:t>
            </a:r>
            <a:endParaRPr/>
          </a:p>
          <a:p>
            <a:pPr marL="228600" lvl="0" indent="-228600" algn="l" rtl="0">
              <a:lnSpc>
                <a:spcPct val="90000"/>
              </a:lnSpc>
              <a:spcBef>
                <a:spcPts val="1000"/>
              </a:spcBef>
              <a:spcAft>
                <a:spcPts val="0"/>
              </a:spcAft>
              <a:buClr>
                <a:srgbClr val="002060"/>
              </a:buClr>
              <a:buSzPts val="2800"/>
              <a:buChar char="•"/>
            </a:pPr>
            <a:r>
              <a:rPr lang="en-IN" b="1"/>
              <a:t>Significance of Addressing the Problem:</a:t>
            </a:r>
            <a:r>
              <a:rPr lang="en-IN"/>
              <a:t> Explain the potential consequences of not addressing this issue. Identify the gaps that would happen if the problem is not addressed. </a:t>
            </a:r>
            <a:endParaRPr/>
          </a:p>
        </p:txBody>
      </p:sp>
      <p:sp>
        <p:nvSpPr>
          <p:cNvPr id="168" name="Google Shape;168;p7"/>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6</a:t>
            </a:fld>
            <a:endParaRPr/>
          </a:p>
        </p:txBody>
      </p:sp>
      <p:sp>
        <p:nvSpPr>
          <p:cNvPr id="169" name="Google Shape;169;p7"/>
          <p:cNvSpPr txBox="1"/>
          <p:nvPr/>
        </p:nvSpPr>
        <p:spPr>
          <a:xfrm>
            <a:off x="1503705" y="0"/>
            <a:ext cx="10227733" cy="1076325"/>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Problem Definition</a:t>
            </a:r>
            <a:endParaRPr sz="36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8"/>
          <p:cNvSpPr txBox="1">
            <a:spLocks noGrp="1"/>
          </p:cNvSpPr>
          <p:nvPr>
            <p:ph type="body" idx="1"/>
          </p:nvPr>
        </p:nvSpPr>
        <p:spPr>
          <a:xfrm>
            <a:off x="342900" y="1258282"/>
            <a:ext cx="11496675" cy="545404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Font typeface="Arial"/>
              <a:buChar char="•"/>
            </a:pPr>
            <a:r>
              <a:rPr lang="en-IN" b="1"/>
              <a:t>Main Objective: </a:t>
            </a:r>
            <a:r>
              <a:rPr lang="en-IN"/>
              <a:t>State the primary goal of your project in one clear sentence.</a:t>
            </a:r>
            <a:endParaRPr/>
          </a:p>
          <a:p>
            <a:pPr marL="228600" lvl="0" indent="-228600" algn="l" rtl="0">
              <a:lnSpc>
                <a:spcPct val="90000"/>
              </a:lnSpc>
              <a:spcBef>
                <a:spcPts val="1000"/>
              </a:spcBef>
              <a:spcAft>
                <a:spcPts val="0"/>
              </a:spcAft>
              <a:buClr>
                <a:srgbClr val="002060"/>
              </a:buClr>
              <a:buSzPts val="2800"/>
              <a:buFont typeface="Arial"/>
              <a:buChar char="•"/>
            </a:pPr>
            <a:r>
              <a:rPr lang="en-IN" b="1"/>
              <a:t>Specific Objectives: </a:t>
            </a:r>
            <a:r>
              <a:rPr lang="en-IN"/>
              <a:t>List 2-4 specific objectives that guide your project.</a:t>
            </a:r>
            <a:endParaRPr/>
          </a:p>
          <a:p>
            <a:pPr marL="228600" lvl="0" indent="-228600" algn="l" rtl="0">
              <a:lnSpc>
                <a:spcPct val="90000"/>
              </a:lnSpc>
              <a:spcBef>
                <a:spcPts val="1000"/>
              </a:spcBef>
              <a:spcAft>
                <a:spcPts val="0"/>
              </a:spcAft>
              <a:buClr>
                <a:srgbClr val="002060"/>
              </a:buClr>
              <a:buSzPts val="2800"/>
              <a:buFont typeface="Arial"/>
              <a:buChar char="•"/>
            </a:pPr>
            <a:r>
              <a:rPr lang="en-IN" b="1"/>
              <a:t>Expected Contributions to the Field: </a:t>
            </a:r>
            <a:r>
              <a:rPr lang="en-IN"/>
              <a:t>Highlight what you hope to achieve and how it adds value to existing knowledge.</a:t>
            </a:r>
            <a:endParaRPr/>
          </a:p>
        </p:txBody>
      </p:sp>
      <p:sp>
        <p:nvSpPr>
          <p:cNvPr id="176" name="Google Shape;176;p8"/>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7</a:t>
            </a:fld>
            <a:endParaRPr/>
          </a:p>
        </p:txBody>
      </p:sp>
      <p:sp>
        <p:nvSpPr>
          <p:cNvPr id="177" name="Google Shape;177;p8"/>
          <p:cNvSpPr txBox="1"/>
          <p:nvPr/>
        </p:nvSpPr>
        <p:spPr>
          <a:xfrm>
            <a:off x="2191229" y="0"/>
            <a:ext cx="8146571" cy="1032933"/>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Objectives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9"/>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Font typeface="Arial"/>
              <a:buChar char="•"/>
            </a:pPr>
            <a:r>
              <a:rPr lang="en-IN" b="1"/>
              <a:t>Design: </a:t>
            </a:r>
            <a:r>
              <a:rPr lang="en-IN"/>
              <a:t>Describe your approach (qualitative, quantitative, or mixed methods).</a:t>
            </a:r>
            <a:endParaRPr/>
          </a:p>
          <a:p>
            <a:pPr marL="228600" lvl="0" indent="-228600" algn="l" rtl="0">
              <a:lnSpc>
                <a:spcPct val="90000"/>
              </a:lnSpc>
              <a:spcBef>
                <a:spcPts val="1000"/>
              </a:spcBef>
              <a:spcAft>
                <a:spcPts val="0"/>
              </a:spcAft>
              <a:buClr>
                <a:srgbClr val="002060"/>
              </a:buClr>
              <a:buSzPts val="2800"/>
              <a:buFont typeface="Arial"/>
              <a:buChar char="•"/>
            </a:pPr>
            <a:r>
              <a:rPr lang="en-IN" b="1"/>
              <a:t>Data Collection Methods: </a:t>
            </a:r>
            <a:r>
              <a:rPr lang="en-IN"/>
              <a:t>Explain how you will gather data (surveys, interviews, experiments).</a:t>
            </a:r>
            <a:endParaRPr/>
          </a:p>
          <a:p>
            <a:pPr marL="228600" lvl="0" indent="-228600" algn="l" rtl="0">
              <a:lnSpc>
                <a:spcPct val="90000"/>
              </a:lnSpc>
              <a:spcBef>
                <a:spcPts val="1000"/>
              </a:spcBef>
              <a:spcAft>
                <a:spcPts val="0"/>
              </a:spcAft>
              <a:buClr>
                <a:srgbClr val="002060"/>
              </a:buClr>
              <a:buSzPts val="2800"/>
              <a:buFont typeface="Arial"/>
              <a:buChar char="•"/>
            </a:pPr>
            <a:r>
              <a:rPr lang="en-IN" b="1"/>
              <a:t>Data Analysis Techniques: </a:t>
            </a:r>
            <a:r>
              <a:rPr lang="en-IN"/>
              <a:t>Specify how you will analyze the data (statistical analysis, thematic analysis).</a:t>
            </a:r>
            <a:endParaRPr/>
          </a:p>
          <a:p>
            <a:pPr marL="228600" lvl="0" indent="-228600" algn="l" rtl="0">
              <a:lnSpc>
                <a:spcPct val="90000"/>
              </a:lnSpc>
              <a:spcBef>
                <a:spcPts val="1000"/>
              </a:spcBef>
              <a:spcAft>
                <a:spcPts val="0"/>
              </a:spcAft>
              <a:buClr>
                <a:srgbClr val="002060"/>
              </a:buClr>
              <a:buSzPts val="2800"/>
              <a:buFont typeface="Arial"/>
              <a:buChar char="•"/>
            </a:pPr>
            <a:r>
              <a:rPr lang="en-IN" b="1"/>
              <a:t>Tools and Resources Used: </a:t>
            </a:r>
            <a:r>
              <a:rPr lang="en-IN"/>
              <a:t>Mention any software or tools you plan to use in your project.</a:t>
            </a:r>
            <a:endParaRPr/>
          </a:p>
        </p:txBody>
      </p:sp>
      <p:sp>
        <p:nvSpPr>
          <p:cNvPr id="184" name="Google Shape;184;p9"/>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8</a:t>
            </a:fld>
            <a:endParaRPr/>
          </a:p>
        </p:txBody>
      </p:sp>
      <p:sp>
        <p:nvSpPr>
          <p:cNvPr id="185" name="Google Shape;185;p9"/>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0"/>
          <p:cNvSpPr txBox="1">
            <a:spLocks noGrp="1"/>
          </p:cNvSpPr>
          <p:nvPr>
            <p:ph type="body" idx="1"/>
          </p:nvPr>
        </p:nvSpPr>
        <p:spPr>
          <a:xfrm>
            <a:off x="174811" y="1069220"/>
            <a:ext cx="11842377" cy="527798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rgbClr val="002060"/>
              </a:buClr>
              <a:buSzPts val="2800"/>
              <a:buNone/>
            </a:pPr>
            <a:r>
              <a:rPr lang="en-IN"/>
              <a:t>Use a flowchart to depict your research process.</a:t>
            </a:r>
            <a:endParaRPr/>
          </a:p>
        </p:txBody>
      </p:sp>
      <p:sp>
        <p:nvSpPr>
          <p:cNvPr id="192" name="Google Shape;192;p10"/>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9</a:t>
            </a:fld>
            <a:endParaRPr/>
          </a:p>
        </p:txBody>
      </p:sp>
      <p:sp>
        <p:nvSpPr>
          <p:cNvPr id="193" name="Google Shape;193;p10"/>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Methodology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Expected Results: </a:t>
            </a:r>
            <a:r>
              <a:rPr lang="en-IN"/>
              <a:t>What do you anticipate as a solution to the problem in your project? Share your expected outcomes.</a:t>
            </a:r>
            <a:endParaRPr/>
          </a:p>
          <a:p>
            <a:pPr marL="228600" lvl="0" indent="-228600" algn="l" rtl="0">
              <a:lnSpc>
                <a:spcPct val="90000"/>
              </a:lnSpc>
              <a:spcBef>
                <a:spcPts val="1000"/>
              </a:spcBef>
              <a:spcAft>
                <a:spcPts val="0"/>
              </a:spcAft>
              <a:buClr>
                <a:srgbClr val="002060"/>
              </a:buClr>
              <a:buSzPts val="2800"/>
              <a:buChar char="•"/>
            </a:pPr>
            <a:r>
              <a:rPr lang="en-IN" b="1"/>
              <a:t>Potential Impact on the Field: </a:t>
            </a:r>
            <a:r>
              <a:rPr lang="en-IN"/>
              <a:t>Discuss how your findings could influence practical implementation or future work.</a:t>
            </a:r>
            <a:endParaRPr/>
          </a:p>
          <a:p>
            <a:pPr marL="228600" lvl="0" indent="-228600" algn="l" rtl="0">
              <a:lnSpc>
                <a:spcPct val="90000"/>
              </a:lnSpc>
              <a:spcBef>
                <a:spcPts val="1000"/>
              </a:spcBef>
              <a:spcAft>
                <a:spcPts val="0"/>
              </a:spcAft>
              <a:buClr>
                <a:srgbClr val="002060"/>
              </a:buClr>
              <a:buSzPts val="2800"/>
              <a:buChar char="•"/>
            </a:pPr>
            <a:r>
              <a:rPr lang="en-IN" b="1"/>
              <a:t>Future Research Directions:</a:t>
            </a:r>
            <a:r>
              <a:rPr lang="en-IN"/>
              <a:t> Suggest how your project might open doors for additional studies.</a:t>
            </a:r>
            <a:endParaRPr/>
          </a:p>
        </p:txBody>
      </p:sp>
      <p:sp>
        <p:nvSpPr>
          <p:cNvPr id="200" name="Google Shape;200;p11"/>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10</a:t>
            </a:fld>
            <a:endParaRPr/>
          </a:p>
        </p:txBody>
      </p:sp>
      <p:sp>
        <p:nvSpPr>
          <p:cNvPr id="201" name="Google Shape;201;p11"/>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Proposed Outcomes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2"/>
          <p:cNvSpPr txBox="1">
            <a:spLocks noGrp="1"/>
          </p:cNvSpPr>
          <p:nvPr>
            <p:ph type="body" idx="1"/>
          </p:nvPr>
        </p:nvSpPr>
        <p:spPr>
          <a:xfrm>
            <a:off x="247650" y="1117600"/>
            <a:ext cx="11769538" cy="5229605"/>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rgbClr val="002060"/>
              </a:buClr>
              <a:buSzPct val="100000"/>
              <a:buChar char="•"/>
            </a:pPr>
            <a:r>
              <a:rPr lang="en-IN" b="1"/>
              <a:t>Project Timeline Overview</a:t>
            </a:r>
            <a:endParaRPr/>
          </a:p>
          <a:p>
            <a:pPr marL="228600" lvl="0" indent="-228600" algn="l" rtl="0">
              <a:lnSpc>
                <a:spcPct val="90000"/>
              </a:lnSpc>
              <a:spcBef>
                <a:spcPts val="1000"/>
              </a:spcBef>
              <a:spcAft>
                <a:spcPts val="0"/>
              </a:spcAft>
              <a:buClr>
                <a:srgbClr val="002060"/>
              </a:buClr>
              <a:buSzPct val="100000"/>
              <a:buChar char="•"/>
            </a:pPr>
            <a:r>
              <a:rPr lang="en-IN" b="1"/>
              <a:t>Initiation Phase (Weeks 1-2)</a:t>
            </a:r>
            <a:endParaRPr/>
          </a:p>
          <a:p>
            <a:pPr marL="685800" lvl="1" indent="-228600" algn="l" rtl="0">
              <a:lnSpc>
                <a:spcPct val="90000"/>
              </a:lnSpc>
              <a:spcBef>
                <a:spcPts val="500"/>
              </a:spcBef>
              <a:spcAft>
                <a:spcPts val="0"/>
              </a:spcAft>
              <a:buClr>
                <a:schemeClr val="dk1"/>
              </a:buClr>
              <a:buSzPct val="100000"/>
              <a:buChar char="•"/>
            </a:pPr>
            <a:r>
              <a:rPr lang="en-IN"/>
              <a:t>Define project goals and objectives.</a:t>
            </a:r>
            <a:endParaRPr/>
          </a:p>
          <a:p>
            <a:pPr marL="685800" lvl="1" indent="-228600" algn="l" rtl="0">
              <a:lnSpc>
                <a:spcPct val="90000"/>
              </a:lnSpc>
              <a:spcBef>
                <a:spcPts val="500"/>
              </a:spcBef>
              <a:spcAft>
                <a:spcPts val="0"/>
              </a:spcAft>
              <a:buClr>
                <a:schemeClr val="dk1"/>
              </a:buClr>
              <a:buSzPct val="100000"/>
              <a:buChar char="•"/>
            </a:pPr>
            <a:r>
              <a:rPr lang="en-IN"/>
              <a:t>Identify group members and resources.</a:t>
            </a:r>
            <a:endParaRPr/>
          </a:p>
          <a:p>
            <a:pPr marL="685800" lvl="1" indent="-228600" algn="l" rtl="0">
              <a:lnSpc>
                <a:spcPct val="90000"/>
              </a:lnSpc>
              <a:spcBef>
                <a:spcPts val="500"/>
              </a:spcBef>
              <a:spcAft>
                <a:spcPts val="0"/>
              </a:spcAft>
              <a:buClr>
                <a:schemeClr val="dk1"/>
              </a:buClr>
              <a:buSzPct val="100000"/>
              <a:buChar char="•"/>
            </a:pPr>
            <a:r>
              <a:rPr lang="en-IN"/>
              <a:t>Conduct feasibility studies.</a:t>
            </a:r>
            <a:endParaRPr/>
          </a:p>
          <a:p>
            <a:pPr marL="228600" lvl="0" indent="-228600" algn="l" rtl="0">
              <a:lnSpc>
                <a:spcPct val="90000"/>
              </a:lnSpc>
              <a:spcBef>
                <a:spcPts val="1000"/>
              </a:spcBef>
              <a:spcAft>
                <a:spcPts val="0"/>
              </a:spcAft>
              <a:buClr>
                <a:srgbClr val="002060"/>
              </a:buClr>
              <a:buSzPct val="100000"/>
              <a:buChar char="•"/>
            </a:pPr>
            <a:r>
              <a:rPr lang="en-IN" b="1"/>
              <a:t>Planning Phase (Weeks 3-4)</a:t>
            </a:r>
            <a:endParaRPr/>
          </a:p>
          <a:p>
            <a:pPr marL="685800" lvl="1" indent="-228600" algn="l" rtl="0">
              <a:lnSpc>
                <a:spcPct val="90000"/>
              </a:lnSpc>
              <a:spcBef>
                <a:spcPts val="500"/>
              </a:spcBef>
              <a:spcAft>
                <a:spcPts val="0"/>
              </a:spcAft>
              <a:buClr>
                <a:schemeClr val="dk1"/>
              </a:buClr>
              <a:buSzPct val="100000"/>
              <a:buChar char="•"/>
            </a:pPr>
            <a:r>
              <a:rPr lang="en-IN"/>
              <a:t>Develop a detailed project plan, including tasks and timelines.</a:t>
            </a:r>
            <a:endParaRPr/>
          </a:p>
          <a:p>
            <a:pPr marL="685800" lvl="1" indent="-228600" algn="l" rtl="0">
              <a:lnSpc>
                <a:spcPct val="90000"/>
              </a:lnSpc>
              <a:spcBef>
                <a:spcPts val="500"/>
              </a:spcBef>
              <a:spcAft>
                <a:spcPts val="0"/>
              </a:spcAft>
              <a:buClr>
                <a:schemeClr val="dk1"/>
              </a:buClr>
              <a:buSzPct val="100000"/>
              <a:buChar char="•"/>
            </a:pPr>
            <a:r>
              <a:rPr lang="en-IN"/>
              <a:t>Allocate resources and assign responsibilities.</a:t>
            </a:r>
            <a:endParaRPr/>
          </a:p>
          <a:p>
            <a:pPr marL="685800" lvl="1" indent="-228600" algn="l" rtl="0">
              <a:lnSpc>
                <a:spcPct val="90000"/>
              </a:lnSpc>
              <a:spcBef>
                <a:spcPts val="500"/>
              </a:spcBef>
              <a:spcAft>
                <a:spcPts val="0"/>
              </a:spcAft>
              <a:buClr>
                <a:schemeClr val="dk1"/>
              </a:buClr>
              <a:buSzPct val="100000"/>
              <a:buChar char="•"/>
            </a:pPr>
            <a:r>
              <a:rPr lang="en-IN"/>
              <a:t>Create a budget plan.</a:t>
            </a:r>
            <a:endParaRPr/>
          </a:p>
          <a:p>
            <a:pPr marL="228600" lvl="0" indent="-228600" algn="l" rtl="0">
              <a:lnSpc>
                <a:spcPct val="90000"/>
              </a:lnSpc>
              <a:spcBef>
                <a:spcPts val="1000"/>
              </a:spcBef>
              <a:spcAft>
                <a:spcPts val="0"/>
              </a:spcAft>
              <a:buClr>
                <a:srgbClr val="002060"/>
              </a:buClr>
              <a:buSzPct val="100000"/>
              <a:buChar char="•"/>
            </a:pPr>
            <a:r>
              <a:rPr lang="en-IN" b="1"/>
              <a:t>Execution Phase (Weeks 5-10)</a:t>
            </a:r>
            <a:endParaRPr/>
          </a:p>
          <a:p>
            <a:pPr marL="685800" lvl="1" indent="-228600" algn="l" rtl="0">
              <a:lnSpc>
                <a:spcPct val="90000"/>
              </a:lnSpc>
              <a:spcBef>
                <a:spcPts val="500"/>
              </a:spcBef>
              <a:spcAft>
                <a:spcPts val="0"/>
              </a:spcAft>
              <a:buClr>
                <a:schemeClr val="dk1"/>
              </a:buClr>
              <a:buSzPct val="100000"/>
              <a:buChar char="•"/>
            </a:pPr>
            <a:r>
              <a:rPr lang="en-IN"/>
              <a:t>Begin project work according to the project plan.</a:t>
            </a:r>
            <a:endParaRPr/>
          </a:p>
          <a:p>
            <a:pPr marL="685800" lvl="1" indent="-228600" algn="l" rtl="0">
              <a:lnSpc>
                <a:spcPct val="90000"/>
              </a:lnSpc>
              <a:spcBef>
                <a:spcPts val="500"/>
              </a:spcBef>
              <a:spcAft>
                <a:spcPts val="0"/>
              </a:spcAft>
              <a:buClr>
                <a:schemeClr val="dk1"/>
              </a:buClr>
              <a:buSzPct val="100000"/>
              <a:buChar char="•"/>
            </a:pPr>
            <a:r>
              <a:rPr lang="en-IN"/>
              <a:t>Hold regular team meetings to monitor progress.</a:t>
            </a:r>
            <a:endParaRPr/>
          </a:p>
          <a:p>
            <a:pPr marL="685800" lvl="1" indent="-228600" algn="l" rtl="0">
              <a:lnSpc>
                <a:spcPct val="90000"/>
              </a:lnSpc>
              <a:spcBef>
                <a:spcPts val="500"/>
              </a:spcBef>
              <a:spcAft>
                <a:spcPts val="0"/>
              </a:spcAft>
              <a:buClr>
                <a:schemeClr val="dk1"/>
              </a:buClr>
              <a:buSzPct val="100000"/>
              <a:buChar char="•"/>
            </a:pPr>
            <a:r>
              <a:rPr lang="en-IN"/>
              <a:t>Implement communication strategies with group members.</a:t>
            </a:r>
            <a:endParaRPr/>
          </a:p>
          <a:p>
            <a:pPr marL="228600" lvl="0" indent="-228600" algn="l" rtl="0">
              <a:lnSpc>
                <a:spcPct val="90000"/>
              </a:lnSpc>
              <a:spcBef>
                <a:spcPts val="1000"/>
              </a:spcBef>
              <a:spcAft>
                <a:spcPts val="0"/>
              </a:spcAft>
              <a:buClr>
                <a:srgbClr val="002060"/>
              </a:buClr>
              <a:buSzPct val="100000"/>
              <a:buChar char="•"/>
            </a:pPr>
            <a:r>
              <a:rPr lang="en-IN" b="1"/>
              <a:t>Closure Phase (Weeks 11-13)</a:t>
            </a:r>
            <a:endParaRPr/>
          </a:p>
          <a:p>
            <a:pPr marL="685800" lvl="1" indent="-228600" algn="l" rtl="0">
              <a:lnSpc>
                <a:spcPct val="90000"/>
              </a:lnSpc>
              <a:spcBef>
                <a:spcPts val="500"/>
              </a:spcBef>
              <a:spcAft>
                <a:spcPts val="0"/>
              </a:spcAft>
              <a:buClr>
                <a:schemeClr val="dk1"/>
              </a:buClr>
              <a:buSzPct val="100000"/>
              <a:buChar char="•"/>
            </a:pPr>
            <a:r>
              <a:rPr lang="en-IN"/>
              <a:t>Complete final deliverables and obtain panel approval.</a:t>
            </a:r>
            <a:endParaRPr/>
          </a:p>
          <a:p>
            <a:pPr marL="685800" lvl="1" indent="-228600" algn="l" rtl="0">
              <a:lnSpc>
                <a:spcPct val="90000"/>
              </a:lnSpc>
              <a:spcBef>
                <a:spcPts val="500"/>
              </a:spcBef>
              <a:spcAft>
                <a:spcPts val="0"/>
              </a:spcAft>
              <a:buClr>
                <a:schemeClr val="dk1"/>
              </a:buClr>
              <a:buSzPct val="100000"/>
              <a:buChar char="•"/>
            </a:pPr>
            <a:r>
              <a:rPr lang="en-IN"/>
              <a:t>Present in project review and document lessons learned.</a:t>
            </a:r>
            <a:endParaRPr/>
          </a:p>
          <a:p>
            <a:pPr marL="685800" lvl="1" indent="-228600" algn="l" rtl="0">
              <a:lnSpc>
                <a:spcPct val="90000"/>
              </a:lnSpc>
              <a:spcBef>
                <a:spcPts val="500"/>
              </a:spcBef>
              <a:spcAft>
                <a:spcPts val="0"/>
              </a:spcAft>
              <a:buClr>
                <a:schemeClr val="dk1"/>
              </a:buClr>
              <a:buSzPct val="100000"/>
              <a:buChar char="•"/>
            </a:pPr>
            <a:r>
              <a:rPr lang="en-IN"/>
              <a:t>Formally close the project.</a:t>
            </a:r>
            <a:endParaRPr/>
          </a:p>
          <a:p>
            <a:pPr marL="228600" lvl="0" indent="-77470" algn="l" rtl="0">
              <a:lnSpc>
                <a:spcPct val="90000"/>
              </a:lnSpc>
              <a:spcBef>
                <a:spcPts val="1000"/>
              </a:spcBef>
              <a:spcAft>
                <a:spcPts val="0"/>
              </a:spcAft>
              <a:buClr>
                <a:srgbClr val="002060"/>
              </a:buClr>
              <a:buSzPct val="100000"/>
              <a:buNone/>
            </a:pPr>
            <a:endParaRPr/>
          </a:p>
        </p:txBody>
      </p:sp>
      <p:sp>
        <p:nvSpPr>
          <p:cNvPr id="208" name="Google Shape;208;p12"/>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11</a:t>
            </a:fld>
            <a:endParaRPr/>
          </a:p>
        </p:txBody>
      </p:sp>
      <p:sp>
        <p:nvSpPr>
          <p:cNvPr id="209" name="Google Shape;209;p12"/>
          <p:cNvSpPr txBox="1"/>
          <p:nvPr/>
        </p:nvSpPr>
        <p:spPr>
          <a:xfrm>
            <a:off x="2284362" y="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Timeline of the project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3"/>
          <p:cNvSpPr txBox="1">
            <a:spLocks noGrp="1"/>
          </p:cNvSpPr>
          <p:nvPr>
            <p:ph type="body" idx="1"/>
          </p:nvPr>
        </p:nvSpPr>
        <p:spPr>
          <a:xfrm>
            <a:off x="174811" y="1117600"/>
            <a:ext cx="11842377"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Summary of Key Points: </a:t>
            </a:r>
            <a:r>
              <a:rPr lang="en-IN"/>
              <a:t>Recap the most important aspects of your presentation succinctly.</a:t>
            </a:r>
            <a:endParaRPr/>
          </a:p>
          <a:p>
            <a:pPr marL="228600" lvl="0" indent="-228600" algn="l" rtl="0">
              <a:lnSpc>
                <a:spcPct val="90000"/>
              </a:lnSpc>
              <a:spcBef>
                <a:spcPts val="1000"/>
              </a:spcBef>
              <a:spcAft>
                <a:spcPts val="0"/>
              </a:spcAft>
              <a:buClr>
                <a:srgbClr val="002060"/>
              </a:buClr>
              <a:buSzPts val="2800"/>
              <a:buChar char="•"/>
            </a:pPr>
            <a:r>
              <a:rPr lang="en-IN" b="1"/>
              <a:t>Final Thoughts: </a:t>
            </a:r>
            <a:r>
              <a:rPr lang="en-IN"/>
              <a:t>Share a concluding statement.</a:t>
            </a:r>
            <a:endParaRPr/>
          </a:p>
          <a:p>
            <a:pPr marL="228600" lvl="0" indent="-228600" algn="l" rtl="0">
              <a:lnSpc>
                <a:spcPct val="90000"/>
              </a:lnSpc>
              <a:spcBef>
                <a:spcPts val="1000"/>
              </a:spcBef>
              <a:spcAft>
                <a:spcPts val="0"/>
              </a:spcAft>
              <a:buClr>
                <a:srgbClr val="002060"/>
              </a:buClr>
              <a:buSzPts val="2800"/>
              <a:buChar char="•"/>
            </a:pPr>
            <a:r>
              <a:rPr lang="en-IN" b="1"/>
              <a:t>Call to Action or Next Steps: </a:t>
            </a:r>
            <a:r>
              <a:rPr lang="en-IN"/>
              <a:t>Further road map or implications of your work.</a:t>
            </a:r>
            <a:endParaRPr/>
          </a:p>
        </p:txBody>
      </p:sp>
      <p:sp>
        <p:nvSpPr>
          <p:cNvPr id="217" name="Google Shape;217;p13"/>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12</a:t>
            </a:fld>
            <a:endParaRPr/>
          </a:p>
        </p:txBody>
      </p:sp>
      <p:sp>
        <p:nvSpPr>
          <p:cNvPr id="218" name="Google Shape;218;p13"/>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Conclusion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dirty="0"/>
              <a:t>List of References: </a:t>
            </a:r>
            <a:r>
              <a:rPr lang="en-IN" dirty="0"/>
              <a:t>Provide a formatted list of all sources cited in your presentation. ( Journals, conference publications, books, patents etc)</a:t>
            </a:r>
            <a:endParaRPr dirty="0"/>
          </a:p>
          <a:p>
            <a:pPr marL="228600" lvl="0" indent="-228600" algn="l" rtl="0">
              <a:lnSpc>
                <a:spcPct val="90000"/>
              </a:lnSpc>
              <a:spcBef>
                <a:spcPts val="1000"/>
              </a:spcBef>
              <a:spcAft>
                <a:spcPts val="0"/>
              </a:spcAft>
              <a:buClr>
                <a:srgbClr val="002060"/>
              </a:buClr>
              <a:buSzPts val="2800"/>
              <a:buChar char="•"/>
            </a:pPr>
            <a:r>
              <a:rPr lang="en-IN" b="1" dirty="0"/>
              <a:t>Citations in Appropriate Format: </a:t>
            </a:r>
            <a:r>
              <a:rPr lang="en-IN" dirty="0"/>
              <a:t>Use APA citation style.</a:t>
            </a:r>
            <a:endParaRPr dirty="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body" idx="1"/>
          </p:nvPr>
        </p:nvSpPr>
        <p:spPr>
          <a:xfrm>
            <a:off x="174813" y="1327530"/>
            <a:ext cx="11842377" cy="553047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2060"/>
              </a:buClr>
              <a:buSzPts val="2300"/>
              <a:buNone/>
            </a:pPr>
            <a:r>
              <a:rPr lang="en-IN" sz="2300"/>
              <a:t>EL should aim for tangible results in one of the following forms:</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Patent Filing: </a:t>
            </a:r>
            <a:r>
              <a:rPr lang="en-IN" sz="2300"/>
              <a:t>If your prototype shows novel functionality or an innovative process, file for a patent. Steps include drafting a patent description, claims, and conducting a prior art search.</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Journal Publication: </a:t>
            </a:r>
            <a:r>
              <a:rPr lang="en-IN" sz="2300"/>
              <a:t>Write a comprehensive paper detailing the methodology, prototype design, testing, and results. Submit to journals related to manufacturing technology, engineering design, or industrial innovation.</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Conference Publication: </a:t>
            </a:r>
            <a:r>
              <a:rPr lang="en-IN" sz="2300"/>
              <a:t>Prepare an abstract or full paper for submission to conferences. Present your prototype development, key findings, and future research possibilities (Paper to be drafted as per IEEE format. Format will be shared later on)</a:t>
            </a:r>
            <a:endParaRPr/>
          </a:p>
          <a:p>
            <a:pPr marL="228600" lvl="0" indent="-228600" algn="just" rtl="0">
              <a:lnSpc>
                <a:spcPct val="90000"/>
              </a:lnSpc>
              <a:spcBef>
                <a:spcPts val="1000"/>
              </a:spcBef>
              <a:spcAft>
                <a:spcPts val="0"/>
              </a:spcAft>
              <a:buClr>
                <a:srgbClr val="002060"/>
              </a:buClr>
              <a:buSzPts val="2300"/>
              <a:buFont typeface="Arial"/>
              <a:buChar char="•"/>
            </a:pPr>
            <a:r>
              <a:rPr lang="en-IN" sz="2300" b="1"/>
              <a:t>Research Proposal: </a:t>
            </a:r>
            <a:r>
              <a:rPr lang="en-IN" sz="2300"/>
              <a:t>Propose extending the research into a larger project, securing funding for mass production, or applying the process to different industries. Include objectives, proposed methodology, expected impacts, and a budget estimate.</a:t>
            </a:r>
            <a:endParaRPr/>
          </a:p>
        </p:txBody>
      </p:sp>
      <p:sp>
        <p:nvSpPr>
          <p:cNvPr id="234" name="Google Shape;234;p15"/>
          <p:cNvSpPr txBox="1">
            <a:spLocks noGrp="1"/>
          </p:cNvSpPr>
          <p:nvPr>
            <p:ph type="dt" idx="10"/>
          </p:nvPr>
        </p:nvSpPr>
        <p:spPr>
          <a:xfrm>
            <a:off x="174812" y="6347205"/>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IN"/>
              <a:t>Tuesday, 22 October 2024</a:t>
            </a:r>
            <a:endParaRPr/>
          </a:p>
        </p:txBody>
      </p:sp>
      <p:sp>
        <p:nvSpPr>
          <p:cNvPr id="235" name="Google Shape;235;p1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14</a:t>
            </a:fld>
            <a:endParaRPr/>
          </a:p>
        </p:txBody>
      </p:sp>
      <p:sp>
        <p:nvSpPr>
          <p:cNvPr id="236" name="Google Shape;236;p15"/>
          <p:cNvSpPr txBox="1"/>
          <p:nvPr/>
        </p:nvSpPr>
        <p:spPr>
          <a:xfrm>
            <a:off x="2235201" y="145670"/>
            <a:ext cx="8974666" cy="1181860"/>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3600" b="1">
                <a:solidFill>
                  <a:srgbClr val="C00000"/>
                </a:solidFill>
                <a:latin typeface="Bookman Old Style"/>
                <a:ea typeface="Bookman Old Style"/>
                <a:cs typeface="Bookman Old Style"/>
                <a:sym typeface="Bookman Old Style"/>
              </a:rPr>
              <a:t>Expected Outcome by the end of First Year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16"/>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15</a:t>
            </a:fld>
            <a:endParaRPr/>
          </a:p>
        </p:txBody>
      </p:sp>
      <p:pic>
        <p:nvPicPr>
          <p:cNvPr id="243" name="Google Shape;243;p16"/>
          <p:cNvPicPr preferRelativeResize="0"/>
          <p:nvPr/>
        </p:nvPicPr>
        <p:blipFill rotWithShape="1">
          <a:blip r:embed="rId3">
            <a:alphaModFix/>
          </a:blip>
          <a:srcRect/>
          <a:stretch/>
        </p:blipFill>
        <p:spPr>
          <a:xfrm>
            <a:off x="3151096" y="1605964"/>
            <a:ext cx="5889812" cy="36460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body" idx="1"/>
          </p:nvPr>
        </p:nvSpPr>
        <p:spPr>
          <a:xfrm>
            <a:off x="389467" y="1117600"/>
            <a:ext cx="11192933" cy="522960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dirty="0"/>
              <a:t>List of References: </a:t>
            </a:r>
            <a:r>
              <a:rPr lang="en-IN" dirty="0"/>
              <a:t>Provide a formatted list of all sources cited in your presentation. ( Journals, conference publications, books, patents etc)</a:t>
            </a:r>
            <a:endParaRPr dirty="0"/>
          </a:p>
          <a:p>
            <a:pPr marL="228600" lvl="0" indent="-228600" algn="l" rtl="0">
              <a:lnSpc>
                <a:spcPct val="90000"/>
              </a:lnSpc>
              <a:spcBef>
                <a:spcPts val="1000"/>
              </a:spcBef>
              <a:spcAft>
                <a:spcPts val="0"/>
              </a:spcAft>
              <a:buClr>
                <a:srgbClr val="002060"/>
              </a:buClr>
              <a:buSzPts val="2800"/>
              <a:buChar char="•"/>
            </a:pPr>
            <a:r>
              <a:rPr lang="en-IN" b="1" dirty="0"/>
              <a:t>Citations in Appropriate Format: </a:t>
            </a:r>
            <a:r>
              <a:rPr lang="en-IN" dirty="0"/>
              <a:t>Use APA citation style.</a:t>
            </a:r>
            <a:endParaRPr dirty="0"/>
          </a:p>
        </p:txBody>
      </p:sp>
      <p:sp>
        <p:nvSpPr>
          <p:cNvPr id="226" name="Google Shape;226;p14"/>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a:t>13</a:t>
            </a:fld>
            <a:endParaRPr/>
          </a:p>
        </p:txBody>
      </p:sp>
      <p:sp>
        <p:nvSpPr>
          <p:cNvPr id="227" name="Google Shape;227;p14"/>
          <p:cNvSpPr txBox="1"/>
          <p:nvPr/>
        </p:nvSpPr>
        <p:spPr>
          <a:xfrm>
            <a:off x="2284362" y="145670"/>
            <a:ext cx="8146571" cy="839401"/>
          </a:xfrm>
          <a:prstGeom prst="rect">
            <a:avLst/>
          </a:prstGeom>
          <a:solidFill>
            <a:schemeClr val="lt1"/>
          </a:solid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References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5"/>
          <p:cNvSpPr txBox="1">
            <a:spLocks noGrp="1"/>
          </p:cNvSpPr>
          <p:nvPr>
            <p:ph type="body" idx="1"/>
          </p:nvPr>
        </p:nvSpPr>
        <p:spPr>
          <a:xfrm>
            <a:off x="174813" y="1258282"/>
            <a:ext cx="11842377" cy="49186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2060"/>
              </a:buClr>
              <a:buSzPts val="2800"/>
              <a:buChar char="•"/>
            </a:pPr>
            <a:r>
              <a:rPr lang="en-IN" b="1"/>
              <a:t>Overview of the topic: </a:t>
            </a:r>
            <a:r>
              <a:rPr lang="en-IN"/>
              <a:t>Briefly introduce your topic; explain what it is about and why it matters.</a:t>
            </a:r>
            <a:endParaRPr/>
          </a:p>
          <a:p>
            <a:pPr marL="228600" lvl="0" indent="-228600" algn="l" rtl="0">
              <a:lnSpc>
                <a:spcPct val="90000"/>
              </a:lnSpc>
              <a:spcBef>
                <a:spcPts val="1000"/>
              </a:spcBef>
              <a:spcAft>
                <a:spcPts val="0"/>
              </a:spcAft>
              <a:buClr>
                <a:srgbClr val="002060"/>
              </a:buClr>
              <a:buSzPts val="2800"/>
              <a:buChar char="•"/>
            </a:pPr>
            <a:r>
              <a:rPr lang="en-IN" b="1"/>
              <a:t>Importance of the topic:</a:t>
            </a:r>
            <a:r>
              <a:rPr lang="en-IN"/>
              <a:t> Use statistics or anecdotes to make it relatable. Give proper justification about the topic and why it should be discussed</a:t>
            </a:r>
            <a:endParaRPr/>
          </a:p>
          <a:p>
            <a:pPr marL="228600" lvl="0" indent="-50800" algn="l" rtl="0">
              <a:lnSpc>
                <a:spcPct val="90000"/>
              </a:lnSpc>
              <a:spcBef>
                <a:spcPts val="1000"/>
              </a:spcBef>
              <a:spcAft>
                <a:spcPts val="0"/>
              </a:spcAft>
              <a:buClr>
                <a:srgbClr val="002060"/>
              </a:buClr>
              <a:buSzPts val="2800"/>
              <a:buNone/>
            </a:pPr>
            <a:endParaRPr/>
          </a:p>
        </p:txBody>
      </p:sp>
      <p:sp>
        <p:nvSpPr>
          <p:cNvPr id="152" name="Google Shape;152;p5"/>
          <p:cNvSpPr txBox="1">
            <a:spLocks noGrp="1"/>
          </p:cNvSpPr>
          <p:nvPr>
            <p:ph type="sldNum" idx="12"/>
          </p:nvPr>
        </p:nvSpPr>
        <p:spPr>
          <a:xfrm>
            <a:off x="9273988" y="634720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r>
              <a:rPr lang="en-IN"/>
              <a:t>Slide No. </a:t>
            </a:r>
            <a:fld id="{00000000-1234-1234-1234-123412341234}" type="slidenum">
              <a:rPr lang="en-IN"/>
              <a:t>4</a:t>
            </a:fld>
            <a:endParaRPr/>
          </a:p>
        </p:txBody>
      </p:sp>
      <p:sp>
        <p:nvSpPr>
          <p:cNvPr id="153" name="Google Shape;153;p5"/>
          <p:cNvSpPr txBox="1"/>
          <p:nvPr/>
        </p:nvSpPr>
        <p:spPr>
          <a:xfrm>
            <a:off x="1386895" y="145670"/>
            <a:ext cx="9834426" cy="839401"/>
          </a:xfrm>
          <a:prstGeom prst="rect">
            <a:avLst/>
          </a:prstGeom>
          <a:noFill/>
          <a:ln w="9525" cap="flat" cmpd="sng">
            <a:solidFill>
              <a:schemeClr val="lt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IN" sz="4000" b="1">
                <a:solidFill>
                  <a:srgbClr val="C00000"/>
                </a:solidFill>
                <a:latin typeface="Bookman Old Style"/>
                <a:ea typeface="Bookman Old Style"/>
                <a:cs typeface="Bookman Old Style"/>
                <a:sym typeface="Bookman Old Style"/>
              </a:rPr>
              <a:t>Introduction</a:t>
            </a:r>
            <a:endParaRPr sz="4000" b="1">
              <a:solidFill>
                <a:srgbClr val="C00000"/>
              </a:solidFill>
              <a:latin typeface="Bookman Old Style"/>
              <a:ea typeface="Bookman Old Style"/>
              <a:cs typeface="Bookman Old Style"/>
              <a:sym typeface="Bookman Old Style"/>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809</Words>
  <Application>Microsoft Office PowerPoint</Application>
  <PresentationFormat>Widescreen</PresentationFormat>
  <Paragraphs>91</Paragraphs>
  <Slides>15</Slides>
  <Notes>15</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Shanmukha</dc:creator>
  <cp:lastModifiedBy>BHARATH B L</cp:lastModifiedBy>
  <cp:revision>2</cp:revision>
  <dcterms:created xsi:type="dcterms:W3CDTF">2021-06-02T13:10:21Z</dcterms:created>
  <dcterms:modified xsi:type="dcterms:W3CDTF">2026-09-17T09:29:12Z</dcterms:modified>
</cp:coreProperties>
</file>